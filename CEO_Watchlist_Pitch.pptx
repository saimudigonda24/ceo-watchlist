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CEO Watchlist: AI-Driven Leadership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Predicting and identifying emerging high-impact CEOs.</a:t>
            </a:r>
          </a:p>
          <a:p>
            <a:r>
              <a:rPr sz="2000"/>
              <a:t>Built with FastAPI, SQLite, and ML-driven analytics.</a:t>
            </a:r>
          </a:p>
          <a:p>
            <a:r>
              <a:rPr sz="2000"/>
              <a:t>By: Sai Mudigonda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Markets often reward popular CEOs, not necessarily effective ones.</a:t>
            </a:r>
          </a:p>
          <a:p>
            <a:r>
              <a:rPr sz="2000"/>
              <a:t>There's no quantitative system for discovering promising leadership early.</a:t>
            </a:r>
          </a:p>
          <a:p>
            <a:r>
              <a:rPr sz="2000"/>
              <a:t>→ Goal: Identify under-the-radar CEOs showing strong leadership signals.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The CEO Watchlist continuously ranks CEOs based on performance, insider activity, and tenure dynamics.</a:t>
            </a:r>
          </a:p>
          <a:p>
            <a:r>
              <a:rPr sz="2000"/>
              <a:t>Machine learning + real-time analytics to surface emerging leaders before media attention.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1. Data: SEC filings, prices, insider trades, company metadata.</a:t>
            </a:r>
          </a:p>
          <a:p>
            <a:r>
              <a:rPr sz="2000"/>
              <a:t>2. Features: Tenure-based metrics engineered via SQL.</a:t>
            </a:r>
          </a:p>
          <a:p>
            <a:r>
              <a:rPr sz="2000"/>
              <a:t>3. Model: Logistic regression + emergence boost (newness + insider buying).</a:t>
            </a:r>
          </a:p>
          <a:p>
            <a:r>
              <a:rPr sz="2000"/>
              <a:t>4. Output: Ranked watchlist with composite leadership scores.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Interactive dashboard with Excel-style filters and auto-refresh.</a:t>
            </a:r>
          </a:p>
          <a:p>
            <a:r>
              <a:rPr sz="2000"/>
              <a:t>Exports to CSV/XLSX, showing sector, role, and leadership metrics.</a:t>
            </a:r>
          </a:p>
          <a:p>
            <a:r>
              <a:rPr sz="2000"/>
              <a:t>Backend updates in real time using FastAPI.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• Integrate live APIs (Yahoo Finance, EDGAR, Insider Monkey).</a:t>
            </a:r>
          </a:p>
          <a:p>
            <a:r>
              <a:rPr sz="2000"/>
              <a:t>• Extend analysis to CFOs &amp; founders.</a:t>
            </a:r>
          </a:p>
          <a:p>
            <a:r>
              <a:rPr sz="2000"/>
              <a:t>• Add earnings-call NLP sentiment tracking.</a:t>
            </a:r>
          </a:p>
          <a:p>
            <a:r>
              <a:rPr sz="2000"/>
              <a:t>• Long-term: Leadership alpha index for investors.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